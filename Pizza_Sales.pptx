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8E7B0-D65F-1BB2-72FD-BEC2AA5A4C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1018C8-39B7-B943-CE7F-BB26E08892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B7A34-6316-7E24-1109-BD8EBDCDD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5FBC-BF8B-4232-B476-8006343FB6F3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D9D305-02E8-809D-5E09-885CAC8F4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B4088-B2BE-26A2-06E0-542196CC1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B34AE-25E9-48D8-B1CF-3E3568D89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4996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D2367-0C64-A050-C834-4426BEC19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6D9E6-FD42-A0AB-4FB9-5A1390862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71DC1-72D1-477D-9BA7-0C8F02E05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5FBC-BF8B-4232-B476-8006343FB6F3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BB6001-AE4E-CE56-2060-84DB4F2B9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E955F-24FC-9734-096C-1E6BD34EC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B34AE-25E9-48D8-B1CF-3E3568D89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805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CCA5A-D5BA-EA22-24F0-6464F2CFC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6F1BEA-41CE-B3F7-2526-246F4339E4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E14CED-00E9-C27A-2A7B-EC0797DD7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5FBC-BF8B-4232-B476-8006343FB6F3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97460F-F98D-CC8D-3D02-68161AE2C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2D700-2915-C23F-D2B0-586128722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B34AE-25E9-48D8-B1CF-3E3568D89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6287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C44C3-EE1F-B994-08D9-B9C931259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AC887-C992-F3BD-53BF-FB9697C875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70CE24-75B6-74C3-FBE2-4AEC6FBFB8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3E9F64-5C14-ADED-14FD-722B5A100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5FBC-BF8B-4232-B476-8006343FB6F3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1F0380-9FC4-C4EB-DFC8-AD6E5AAB4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87ED7C-1345-9B0A-FF4A-B69872114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B34AE-25E9-48D8-B1CF-3E3568D89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9797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5E413-E0D0-9D39-69E6-AA6182CC0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3CB5B0-D0D2-6AEF-7AE7-60DF0E58B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8E82E7-18F6-F000-B4B3-4A769B7B1B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84803F-3BF1-1D87-74D4-4C6F37FFF2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C53AD1-1C51-7029-5684-C7D63F2C50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781081-C59A-F51F-28DF-98AC9855C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5FBC-BF8B-4232-B476-8006343FB6F3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1AC059-98A5-93F2-2889-379147297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89C9D4-5C25-20EC-24F0-BD1B1D549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B34AE-25E9-48D8-B1CF-3E3568D89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542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7034B-6BFB-8339-C7D6-31BF9294D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6FD7D3-2375-5D68-28E8-34B6580D9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5FBC-BF8B-4232-B476-8006343FB6F3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AB139D-656E-E2B8-64B9-0AFD2168A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38510B-D16B-C736-E659-DF5A89506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B34AE-25E9-48D8-B1CF-3E3568D89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3781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121B29-FFBB-403B-7761-65D549CB7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5FBC-BF8B-4232-B476-8006343FB6F3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4E2D98-873D-4CB0-7AB1-E408901BE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0C1106-DCBC-86EE-FB00-23ED9D805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B34AE-25E9-48D8-B1CF-3E3568D89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8034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6A96C-78BF-82AA-88D1-64412A396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B08A-6D2E-D4BE-016D-16FFBF432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4FD8FF-76AE-218E-7E90-7C66B24658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740454-92A6-531E-130B-FA14C9DBA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5FBC-BF8B-4232-B476-8006343FB6F3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1E7735-AF74-E985-0591-AEEA1FF4E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83FCA-848A-09AA-4BB2-0B31DEB9D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B34AE-25E9-48D8-B1CF-3E3568D89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5399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B31A0-A16F-CB40-7F00-239B4D99A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5995BE-9314-6AA7-0EDB-BA5F4B1BE1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9D8612-FD2C-7CB9-EB19-B3591E8005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EDE649-CD6C-B9F2-1199-AA6C4346D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5FBC-BF8B-4232-B476-8006343FB6F3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EC01FB-8214-02C4-8649-3E37579E2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85025A-3BAC-CCD0-0EB1-593473C09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B34AE-25E9-48D8-B1CF-3E3568D89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8921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AD4CA-833D-E74D-156D-6915C86F6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219ACF-23FA-E6C9-6EE3-7456E21D8A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F4695-B299-7166-A1D3-C4946C3E8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5FBC-BF8B-4232-B476-8006343FB6F3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7E991A-950A-36B3-85CE-0F1E0307A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64144-30CE-1FEC-8534-BC941F841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B34AE-25E9-48D8-B1CF-3E3568D89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8742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2642BD-2666-4EAE-7792-735C7D1EDE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B8CF08-494E-474F-FDCC-B1BA61F9E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9C25C-29D6-5D66-579A-DF7AEED54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5FBC-BF8B-4232-B476-8006343FB6F3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D7B2B1-CC13-3FE0-AD87-9D7AEF8D7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3717A5-5616-013E-8020-D597604C1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B34AE-25E9-48D8-B1CF-3E3568D89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107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F78103-0B91-B79F-4A01-2E7E6343D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A442C3-4995-FB2D-EA10-3D0BD64B9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441C8-4F24-44FE-1FA2-7D38611A78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235FBC-BF8B-4232-B476-8006343FB6F3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1CC64-2F24-E4AB-3A11-9D78732A02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5E95C-85DD-33A2-AC24-AB3EFA762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DB34AE-25E9-48D8-B1CF-3E3568D89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6476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928646-12B7-A1A1-F0CE-522DB353F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90"/>
            <a:ext cx="12192000" cy="684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204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1F797A-F386-08B0-1DEE-CB9439D7C8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254"/>
            <a:ext cx="12192000" cy="6779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3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MADHU SINHA</dc:creator>
  <cp:lastModifiedBy>MADHU SINHA</cp:lastModifiedBy>
  <cp:revision>2</cp:revision>
  <dcterms:created xsi:type="dcterms:W3CDTF">2026-09-10T16:16:26Z</dcterms:created>
  <dcterms:modified xsi:type="dcterms:W3CDTF">2026-09-10T16:20:21Z</dcterms:modified>
</cp:coreProperties>
</file>